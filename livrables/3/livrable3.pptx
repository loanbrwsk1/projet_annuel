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DF1CB-B82F-D787-D969-8F6A4AC42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C916CA-791F-77B1-BF2B-3F8D276B0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92D2F5-6EE6-7611-84DD-26A0A692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DCC281-A0F7-CC10-0EDC-3EAEEAC3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1EC291-0D7C-ED02-3248-353207DA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59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A1AB9-DF60-9503-D147-D085530A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BD239-8AD1-F40A-64B4-D7E359D4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82FC13-8A3F-5540-B6EC-A680597E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2443FB-5BA8-7195-D4A8-1B1F5A7B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90182E-8A41-F4FE-B310-E39C791D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21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079CF-027E-7267-3B85-DF398DD0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225BF3-7A40-CE22-E699-9739D000C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D79C3-330F-98F9-4A24-49D96C01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378E7B-391C-3231-0F96-7BBEB1CF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20DE19-D989-7E6E-3B38-493C2CF1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66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3BFF48-3797-8591-D972-9D1F922F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5E0D8F-AF0F-0A85-379F-C205D7C3F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7EA867-87FC-1194-90BD-9F154F15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FF512D-0926-B11C-F4E7-33B05472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601657-6F60-F6E2-72E3-C0AB0071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1FB244-C77F-EE61-D70C-48C7639A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16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6BC80-7D1C-C466-6839-D47A67DE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26EFCF-B320-6C0A-F12F-2084FEBBE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EBCA25F-874D-ADD4-D722-075F93224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89377E-2D60-C8B0-23A9-14A95187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BAAD77-82A6-4549-E508-EF98F3EC6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D2CAE6-BA92-8DE8-148C-6E3BDCA0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6F35122-227A-3362-9183-613820C6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8607BC-E996-8A7A-82BB-ADD83CB1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03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E8B88-70AE-D715-38CF-8FD8C2B7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EBCB1-A04F-F9B0-C89E-FC381750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ED0D7C-47A2-286D-D51E-A58E9A87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F089F4-481F-A86B-9B60-23681ACB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608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E3BBDE-9FBD-08ED-462F-F0D7BF3E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900CD1-C26F-4757-170B-5742780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C6767F-8507-702B-A8D0-CA3D6D42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983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3B791-0E49-B4F8-F613-FA085F1C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6053B-DFF4-C27E-8551-290D6C677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B20044-0E41-4B2F-50EA-439EC3AF4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DE4783-E5BA-0180-590E-DE92350D6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711E63-85DC-17C8-0516-DE0E8709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466BAC-D7AD-5851-6F8D-0CE20810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063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57E59-70CE-7F60-47F9-96661A5A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A7FDD5-365E-F925-BBDC-FD9822710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FB96B2-4507-394B-25E7-FC92E94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2A3F19-3A4C-1E51-8145-317781CD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0EF355-F1FE-F1DC-B527-DF1978D9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E4297D-FAE5-5FBD-C86C-1C84F1E7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22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DFDB5F-E525-9AB0-33D5-A8263EA0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469D2F-93ED-FE56-89A7-745BB718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DEC9AF-D97A-A3B2-6B86-50A38615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EAC745-A53F-36AE-4711-8B8B16B4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6069C9-2D81-AF33-6A75-3A4CC1CE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67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4841330-BF2C-3960-9D49-DF36AD246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22DFF0F-0681-EC8A-6C4C-EA375AEBF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D5E279-F150-3DE9-AB67-B5D37F40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E8E73C-2A41-C701-347F-2A8201DC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F518A-FA02-7292-2985-D7585E25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954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386E74-8644-21BC-E499-57A3EC6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0EA184-CEF5-5FFF-7880-7EF141D2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8324CA-5A07-0E2A-3D47-7C8B8859F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CAFCB-A60C-44E2-9146-D8ADA8B885FE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41E305-80DF-9288-84E5-7BF8FB228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CF585E-3EE7-BBDA-3BD7-9ADBFDD7C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B2D08-ECB5-40D8-AE77-09131AEFAA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22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Graphique, Néon, Police, cercle&#10;&#10;Le contenu généré par l’IA peut être incorrect.">
            <a:extLst>
              <a:ext uri="{FF2B5EF4-FFF2-40B4-BE49-F238E27FC236}">
                <a16:creationId xmlns:a16="http://schemas.microsoft.com/office/drawing/2014/main" id="{63C0E1D1-EA4E-CC97-3FA6-A40847C19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00454"/>
            <a:ext cx="1143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4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EDD4F-80B3-A07B-DD7F-23FDC105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40D40C4-9CB8-74E8-9B39-C59C3579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1EB8BA4-4CDD-3A2E-2F38-8005992DF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Néon quests :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Apprendre différents thèmes informatiques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Notamment les matières B1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S’évaluer sur ces domaines</a:t>
            </a:r>
          </a:p>
        </p:txBody>
      </p:sp>
      <p:sp>
        <p:nvSpPr>
          <p:cNvPr id="3" name="Espace réservé du contenu 1">
            <a:extLst>
              <a:ext uri="{FF2B5EF4-FFF2-40B4-BE49-F238E27FC236}">
                <a16:creationId xmlns:a16="http://schemas.microsoft.com/office/drawing/2014/main" id="{19F6328F-0784-11BF-9F25-7F8E69683433}"/>
              </a:ext>
            </a:extLst>
          </p:cNvPr>
          <p:cNvSpPr txBox="1">
            <a:spLocks/>
          </p:cNvSpPr>
          <p:nvPr/>
        </p:nvSpPr>
        <p:spPr>
          <a:xfrm>
            <a:off x="-96774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4E6C44-5300-B3F8-FDD8-A785BFD0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5952" y="2777648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EA2A9F8-17B1-218F-01D7-49C33EFEC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49967" y="4648874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13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19281-2CBE-3D86-D0AF-9DA7FCDA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FD93524-25BA-AD9C-C9C8-87ACB8A2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16AEA74-AFF6-D6BE-1C0D-F1BF488BB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7461" y="20014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Néon quests : 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Apprendre différents thèmes informatiques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Notamment les matières B1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S’évaluer sur ces domaines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BE7060CD-0B27-A51B-50CB-84111D825EDA}"/>
              </a:ext>
            </a:extLst>
          </p:cNvPr>
          <p:cNvSpPr txBox="1">
            <a:spLocks/>
          </p:cNvSpPr>
          <p:nvPr/>
        </p:nvSpPr>
        <p:spPr>
          <a:xfrm>
            <a:off x="838200" y="18123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26E07BAF-767F-464C-4763-5594ED3D20EB}"/>
              </a:ext>
            </a:extLst>
          </p:cNvPr>
          <p:cNvSpPr txBox="1">
            <a:spLocks/>
          </p:cNvSpPr>
          <p:nvPr/>
        </p:nvSpPr>
        <p:spPr>
          <a:xfrm>
            <a:off x="-7509387" y="1812353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  réglé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72F2C-76A3-AC21-4A99-13667C190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481" y="2838608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A6463CB-103F-BBA7-CE3C-0DA17BA63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305" y="4673258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99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203B6-6B2A-E793-A6E6-AB21ADE6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2BF9565-378F-A605-7E1D-1EA270DB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622675DA-93FD-B65F-B3F7-D7A930030C66}"/>
              </a:ext>
            </a:extLst>
          </p:cNvPr>
          <p:cNvSpPr txBox="1">
            <a:spLocks/>
          </p:cNvSpPr>
          <p:nvPr/>
        </p:nvSpPr>
        <p:spPr>
          <a:xfrm>
            <a:off x="12655062" y="18592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Fonctionnalités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Connexion et création de mots de passe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Progression en temps réel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 + de 6 thèmes</a:t>
            </a: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D4F775C4-9070-D1BC-484B-E39B7876ACE8}"/>
              </a:ext>
            </a:extLst>
          </p:cNvPr>
          <p:cNvSpPr txBox="1">
            <a:spLocks/>
          </p:cNvSpPr>
          <p:nvPr/>
        </p:nvSpPr>
        <p:spPr>
          <a:xfrm>
            <a:off x="838200" y="1812353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  réglé</a:t>
            </a:r>
          </a:p>
        </p:txBody>
      </p:sp>
      <p:sp>
        <p:nvSpPr>
          <p:cNvPr id="11" name="Titre 5">
            <a:extLst>
              <a:ext uri="{FF2B5EF4-FFF2-40B4-BE49-F238E27FC236}">
                <a16:creationId xmlns:a16="http://schemas.microsoft.com/office/drawing/2014/main" id="{08FE95CC-96D4-CD02-E05F-5CEF120ACF8B}"/>
              </a:ext>
            </a:extLst>
          </p:cNvPr>
          <p:cNvSpPr txBox="1">
            <a:spLocks/>
          </p:cNvSpPr>
          <p:nvPr/>
        </p:nvSpPr>
        <p:spPr>
          <a:xfrm>
            <a:off x="-10470662" y="3347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419C628-8DB0-B259-4C92-76AA7A20E68B}"/>
              </a:ext>
            </a:extLst>
          </p:cNvPr>
          <p:cNvSpPr txBox="1"/>
          <p:nvPr/>
        </p:nvSpPr>
        <p:spPr>
          <a:xfrm rot="10534840">
            <a:off x="-10574521" y="2986615"/>
            <a:ext cx="6545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AVEZ-VOUS DES QUESTIONS </a:t>
            </a:r>
            <a:r>
              <a:rPr lang="fr-FR" sz="4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Espace réservé du contenu 1">
            <a:extLst>
              <a:ext uri="{FF2B5EF4-FFF2-40B4-BE49-F238E27FC236}">
                <a16:creationId xmlns:a16="http://schemas.microsoft.com/office/drawing/2014/main" id="{CFFC4CB7-1CAC-C7CA-BCC9-C63C879801DA}"/>
              </a:ext>
            </a:extLst>
          </p:cNvPr>
          <p:cNvSpPr txBox="1">
            <a:spLocks/>
          </p:cNvSpPr>
          <p:nvPr/>
        </p:nvSpPr>
        <p:spPr>
          <a:xfrm>
            <a:off x="-10724662" y="27513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DC41F6B-DB9E-8EDB-76F7-9AEAD8BB8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753723"/>
              </p:ext>
            </p:extLst>
          </p:nvPr>
        </p:nvGraphicFramePr>
        <p:xfrm>
          <a:off x="-10470662" y="1558053"/>
          <a:ext cx="10007600" cy="46525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66637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7640963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821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Retour de vacances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7DDBCDAB-FB67-14C3-34F2-C4878BA9B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5990" y="2415640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CCE2E47-4513-5910-E7F6-434A66333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26525" y="3351592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DDECEE5D-5ED3-DA9D-3BE5-45406264D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953" y="2884119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473AF666-6C15-B11F-9CE4-10D8E0F20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5777" y="4718769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35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5732B-1C3E-C425-85AD-8C3D4F87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C59D8F06-CFF7-74A1-03B6-D3FD726D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0" y="315913"/>
            <a:ext cx="10515600" cy="1325563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PRÉSENTATION DU PROJET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6842299E-6A22-1AB5-B5A4-CAFD523794A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C71F705-C212-7DEC-7409-6C0C28488401}"/>
              </a:ext>
            </a:extLst>
          </p:cNvPr>
          <p:cNvSpPr txBox="1">
            <a:spLocks/>
          </p:cNvSpPr>
          <p:nvPr/>
        </p:nvSpPr>
        <p:spPr>
          <a:xfrm>
            <a:off x="13716000" y="1690688"/>
            <a:ext cx="10515600" cy="2052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</a:rPr>
              <a:t>Potentiels problèmes rencontrés :</a:t>
            </a:r>
          </a:p>
          <a:p>
            <a:pPr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à"/>
            </a:pPr>
            <a:r>
              <a:rPr lang="fr-FR" sz="3600" dirty="0">
                <a:solidFill>
                  <a:schemeClr val="bg1"/>
                </a:solidFill>
                <a:latin typeface="Bahnschrift SemiBold" panose="020B0502040204020203" pitchFamily="34" charset="0"/>
                <a:cs typeface="Aharoni" panose="02010803020104030203" pitchFamily="2" charset="-79"/>
                <a:sym typeface="Wingdings" panose="05000000000000000000" pitchFamily="2" charset="2"/>
              </a:rPr>
              <a:t> Problèmes d’affichages  réglé</a:t>
            </a:r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99FEDF38-F3E7-04EA-AC76-27F03C80B967}"/>
              </a:ext>
            </a:extLst>
          </p:cNvPr>
          <p:cNvSpPr txBox="1">
            <a:spLocks/>
          </p:cNvSpPr>
          <p:nvPr/>
        </p:nvSpPr>
        <p:spPr>
          <a:xfrm>
            <a:off x="838200" y="4064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763149EA-C811-9792-287E-58FDFA718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34962"/>
              </p:ext>
            </p:extLst>
          </p:nvPr>
        </p:nvGraphicFramePr>
        <p:xfrm>
          <a:off x="1179176" y="1560730"/>
          <a:ext cx="10007600" cy="46525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66637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7640963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821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Retour de vacances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7FE530E8-9479-1C40-4FB2-CE10DB267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72" y="2396186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4270046-F4E7-9A67-C73D-CDD74C62D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337" y="3332138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66F9FAC-A1A8-E7CE-0A7A-9D0B97D1C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83567" y="1390651"/>
            <a:ext cx="12192000" cy="499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5">
            <a:extLst>
              <a:ext uri="{FF2B5EF4-FFF2-40B4-BE49-F238E27FC236}">
                <a16:creationId xmlns:a16="http://schemas.microsoft.com/office/drawing/2014/main" id="{82C9CF0A-36AA-89CB-0265-0B29F5B79344}"/>
              </a:ext>
            </a:extLst>
          </p:cNvPr>
          <p:cNvSpPr txBox="1">
            <a:spLocks/>
          </p:cNvSpPr>
          <p:nvPr/>
        </p:nvSpPr>
        <p:spPr>
          <a:xfrm>
            <a:off x="-9677400" y="-514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APERCU QUESTION</a:t>
            </a:r>
          </a:p>
        </p:txBody>
      </p:sp>
    </p:spTree>
    <p:extLst>
      <p:ext uri="{BB962C8B-B14F-4D97-AF65-F5344CB8AC3E}">
        <p14:creationId xmlns:p14="http://schemas.microsoft.com/office/powerpoint/2010/main" val="2841787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805B8-B692-05D1-B9F7-D66760A4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D442717D-A05D-453D-C9A8-001B3A016C14}"/>
              </a:ext>
            </a:extLst>
          </p:cNvPr>
          <p:cNvSpPr txBox="1"/>
          <p:nvPr/>
        </p:nvSpPr>
        <p:spPr>
          <a:xfrm rot="10534840">
            <a:off x="2823212" y="2636376"/>
            <a:ext cx="6545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AVEZ-VOUS DES QUESTIONS </a:t>
            </a:r>
            <a:r>
              <a:rPr lang="fr-FR" sz="40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3982BAFD-05E1-B253-76F6-05DC3BBA4690}"/>
              </a:ext>
            </a:extLst>
          </p:cNvPr>
          <p:cNvSpPr txBox="1">
            <a:spLocks/>
          </p:cNvSpPr>
          <p:nvPr/>
        </p:nvSpPr>
        <p:spPr>
          <a:xfrm>
            <a:off x="5352142" y="16326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2" name="Titre 5">
            <a:extLst>
              <a:ext uri="{FF2B5EF4-FFF2-40B4-BE49-F238E27FC236}">
                <a16:creationId xmlns:a16="http://schemas.microsoft.com/office/drawing/2014/main" id="{14930D6D-2433-88E9-0473-515985E786DB}"/>
              </a:ext>
            </a:extLst>
          </p:cNvPr>
          <p:cNvSpPr txBox="1">
            <a:spLocks/>
          </p:cNvSpPr>
          <p:nvPr/>
        </p:nvSpPr>
        <p:spPr>
          <a:xfrm>
            <a:off x="13305971" y="4650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B984C6E-1196-1FB6-0D5F-034F75E66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368778"/>
              </p:ext>
            </p:extLst>
          </p:nvPr>
        </p:nvGraphicFramePr>
        <p:xfrm>
          <a:off x="12616542" y="1632631"/>
          <a:ext cx="10007600" cy="46525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66637">
                  <a:extLst>
                    <a:ext uri="{9D8B030D-6E8A-4147-A177-3AD203B41FA5}">
                      <a16:colId xmlns:a16="http://schemas.microsoft.com/office/drawing/2014/main" val="4293144872"/>
                    </a:ext>
                  </a:extLst>
                </a:gridCol>
                <a:gridCol w="7640963">
                  <a:extLst>
                    <a:ext uri="{9D8B030D-6E8A-4147-A177-3AD203B41FA5}">
                      <a16:colId xmlns:a16="http://schemas.microsoft.com/office/drawing/2014/main" val="595080871"/>
                    </a:ext>
                  </a:extLst>
                </a:gridCol>
              </a:tblGrid>
              <a:tr h="8212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PÉRIODE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u="sng" kern="100" dirty="0">
                          <a:effectLst/>
                        </a:rPr>
                        <a:t>OBJECTIF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789908526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Vacances de Noël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Réflexion des questions (~2 / personnes)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514213179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Retour de vacances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Mise en commun des questions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964292735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>
                          <a:effectLst/>
                        </a:rPr>
                        <a:t>D’ici vacances de février</a:t>
                      </a:r>
                      <a:endParaRPr lang="fr-F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Intégration des questions sur le site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2976547577"/>
                  </a:ext>
                </a:extLst>
              </a:tr>
              <a:tr h="9578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Jusqu’à fin d’années</a:t>
                      </a:r>
                      <a:endParaRPr lang="fr-FR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2400" kern="100" dirty="0">
                          <a:effectLst/>
                        </a:rPr>
                        <a:t>Gestion domaines non-étudiés actuellement </a:t>
                      </a:r>
                      <a:r>
                        <a:rPr lang="fr-FR" sz="2400" kern="100" dirty="0"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FR" sz="2400" b="1" kern="100" dirty="0">
                          <a:effectLst/>
                          <a:sym typeface="Wingdings" panose="05000000000000000000" pitchFamily="2" charset="2"/>
                        </a:rPr>
                        <a:t>en cours</a:t>
                      </a:r>
                      <a:endParaRPr lang="fr-FR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945" marR="36945" marT="0" marB="0" anchor="ctr"/>
                </a:tc>
                <a:extLst>
                  <a:ext uri="{0D108BD9-81ED-4DB2-BD59-A6C34878D82A}">
                    <a16:rowId xmlns:a16="http://schemas.microsoft.com/office/drawing/2014/main" val="3518713026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2F2DA03-989F-FB29-CE07-0C46417BF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0814" y="2338129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7F77873-946B-3420-2787-8FC6CA72B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0279" y="3274081"/>
            <a:ext cx="935952" cy="93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AE5AE794-AEB5-EF2C-D5C5-D09DBEAF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1421"/>
            <a:ext cx="12192000" cy="499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5">
            <a:extLst>
              <a:ext uri="{FF2B5EF4-FFF2-40B4-BE49-F238E27FC236}">
                <a16:creationId xmlns:a16="http://schemas.microsoft.com/office/drawing/2014/main" id="{F44A87E6-0776-9F07-48DB-F684A91FE805}"/>
              </a:ext>
            </a:extLst>
          </p:cNvPr>
          <p:cNvSpPr txBox="1">
            <a:spLocks/>
          </p:cNvSpPr>
          <p:nvPr/>
        </p:nvSpPr>
        <p:spPr>
          <a:xfrm>
            <a:off x="308428" y="1664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APERCU QUESTION</a:t>
            </a:r>
          </a:p>
        </p:txBody>
      </p:sp>
    </p:spTree>
    <p:extLst>
      <p:ext uri="{BB962C8B-B14F-4D97-AF65-F5344CB8AC3E}">
        <p14:creationId xmlns:p14="http://schemas.microsoft.com/office/powerpoint/2010/main" val="1099340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7CAA-4F7E-748E-9822-6296A48E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26E95DAC-64E2-815E-308F-12E8E52A77FB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None/>
            </a:pPr>
            <a:endParaRPr lang="fr-FR" sz="3600" dirty="0">
              <a:solidFill>
                <a:schemeClr val="bg1"/>
              </a:solidFill>
              <a:latin typeface="Bahnschrift SemiBold" panose="020B0502040204020203" pitchFamily="34" charset="0"/>
              <a:cs typeface="Aharoni" panose="02010803020104030203" pitchFamily="2" charset="-79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1CEA79-0AFF-31D0-752D-323B58F3CD74}"/>
              </a:ext>
            </a:extLst>
          </p:cNvPr>
          <p:cNvSpPr txBox="1"/>
          <p:nvPr/>
        </p:nvSpPr>
        <p:spPr>
          <a:xfrm>
            <a:off x="1647825" y="2274838"/>
            <a:ext cx="88963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AVEZ-VOUS DES QUESTIONS </a:t>
            </a:r>
            <a:r>
              <a:rPr lang="fr-FR" sz="72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FF5923A-06C0-E597-7BB7-914A39FB9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-5636862" y="4887864"/>
            <a:ext cx="5636862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5">
            <a:extLst>
              <a:ext uri="{FF2B5EF4-FFF2-40B4-BE49-F238E27FC236}">
                <a16:creationId xmlns:a16="http://schemas.microsoft.com/office/drawing/2014/main" id="{87ACD4F0-5BDE-DEDD-E87F-EB09F08C9268}"/>
              </a:ext>
            </a:extLst>
          </p:cNvPr>
          <p:cNvSpPr txBox="1">
            <a:spLocks/>
          </p:cNvSpPr>
          <p:nvPr/>
        </p:nvSpPr>
        <p:spPr>
          <a:xfrm rot="9537717">
            <a:off x="8092169" y="-7585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APERCU QUESTION</a:t>
            </a:r>
          </a:p>
        </p:txBody>
      </p:sp>
    </p:spTree>
    <p:extLst>
      <p:ext uri="{BB962C8B-B14F-4D97-AF65-F5344CB8AC3E}">
        <p14:creationId xmlns:p14="http://schemas.microsoft.com/office/powerpoint/2010/main" val="983805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288</Words>
  <Application>Microsoft Office PowerPoint</Application>
  <PresentationFormat>Grand écran</PresentationFormat>
  <Paragraphs>69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ADLaM Display</vt:lpstr>
      <vt:lpstr>Aharoni</vt:lpstr>
      <vt:lpstr>Aptos</vt:lpstr>
      <vt:lpstr>Aptos Display</vt:lpstr>
      <vt:lpstr>Arial</vt:lpstr>
      <vt:lpstr>Bahnschrift SemiBold</vt:lpstr>
      <vt:lpstr>Calibri</vt:lpstr>
      <vt:lpstr>Wingdings</vt:lpstr>
      <vt:lpstr>Thème Office</vt:lpstr>
      <vt:lpstr>Présentation PowerPoint</vt:lpstr>
      <vt:lpstr>PRÉSENTATION DU PROJET</vt:lpstr>
      <vt:lpstr>PRÉSENTATION DU PROJET</vt:lpstr>
      <vt:lpstr>PRÉSENTATION DU PROJET</vt:lpstr>
      <vt:lpstr>PRÉSENTATION DU PROJET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 ROUSSEAU</dc:creator>
  <cp:lastModifiedBy>Noa ROUSSEAU</cp:lastModifiedBy>
  <cp:revision>8</cp:revision>
  <dcterms:created xsi:type="dcterms:W3CDTF">2025-12-02T14:32:12Z</dcterms:created>
  <dcterms:modified xsi:type="dcterms:W3CDTF">2026-02-03T10:29:59Z</dcterms:modified>
</cp:coreProperties>
</file>